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8EE0-3336-D47D-153C-77BF1DB0C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52179-79E7-09B9-B111-EDA19906F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CB35C-CCC7-E7C5-9A70-B7633076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1B556-19AE-4595-ACC6-3C7BD71D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C5895-5019-340D-73DE-322BB59D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6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A257-FEC1-0624-6369-E314EDE2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57635-512C-7DE0-D77B-99DCD309E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A0745-67D9-7989-2A71-BFB2E5A0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26891-B311-D3A6-9547-C80DD366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CF237-3D94-3C4B-2708-FFC4B508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4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9216-A043-5565-B341-03753B19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13443-3DED-39A7-4B5B-8EB9BACCB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4F1C9-E71B-DD07-DD91-ADBD9DA9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40376-373C-F3C9-DF0D-0E6B4B5C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0DB0B-89EF-10DB-D22B-CD64055A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D391-13D6-AAAE-1999-69590BDC7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1CB42-A022-764F-4D70-BAB4D0C32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E5383-4F99-FAB0-B619-500C4A008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7E9C7-C762-4C38-3A43-693B94F0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2008D-4C76-2B8F-4E63-B12225BCF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1BE72-9E4E-8538-6DEC-DA9DCD7D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7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D1E2-80CA-6950-30CB-BD8AE5F9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6DD31-6EE1-26EC-56F8-448DDB8D5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A1F6-02A7-A324-9A72-610AFEF7F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39AD4-420C-28ED-684E-6A7EE0CE9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73D38-6F72-5D3A-3F02-13AABB1CB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3851D-B363-3587-929F-80152EDF9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A3E0F-B2F0-A0EF-7C15-A709E6E9F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BE749-BA20-46BB-8827-B6C59AD3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24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F482-BFE6-2F70-75C1-3866DBA5F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A8368-583E-F5C9-7621-21082137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EC6B0-45FF-124A-A502-DFBBAEA6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578B8-DB40-D3B6-C1F5-F39B8617D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78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F121B-9AF7-9B2C-6F51-1132B083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398C7-477F-3895-36BE-9C637E27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D7783-30B0-212C-9EB8-B76D1AB5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4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5B99-D302-BB5A-799D-B4B896C4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1C213-51D3-5FEF-C592-B43C3C86F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F907D-F5DE-E500-1BD4-15C9F1084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0CB0F-5625-0DA8-B6B9-63167DD0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6153-8651-CE55-3783-6A47AF05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A2CD0-0526-EBD0-C253-F1E1DDE4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0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2127-8D23-5458-31CA-5871E47B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D08A0-126D-6F6D-6043-36146BACB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EC7FD-7FDB-66B9-F2A5-26E75B852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1B983-3561-FB0F-802C-9AE1D3A5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03324-4DF5-A903-50D4-6ADB84B1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CE44B-32C4-3DAE-0D3C-080A5CE0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9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85B9-369A-FF16-08D9-1068EB23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0974F-37A2-2DA9-87F8-ACFB82158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0F463-474E-192E-456C-B01D2B080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D3EDE-CBB7-C245-E8CB-7C1B52D1D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ACFDF-BDBB-3B41-F92E-D71142E3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8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97A88-1777-3AA8-56BB-E6A658BDC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E8009-02D8-5B8B-2CF8-A6E35B418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66AA3-8BBA-FE2C-9752-73736E0A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F0ADE-0419-B13E-8D20-8E37CEA66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E893B-1A65-575D-9A8E-BFAB3F47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4A29F-9F2A-21FE-A175-C5FD32D06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0E0EF-2303-1807-4816-AA9D50345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B05DA-9490-73C5-78A0-F22A19903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8B344-B0B5-46BA-AD26-D5BFF1F237C7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227F5-9134-1A8E-5AF9-0C55F41E0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1FE58-E22D-F078-8BBF-0F2D48802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D7406-90BB-4B6F-8F7B-06C29FC91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5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ED8E92-A996-19B4-0B81-F99465AD3CD5}"/>
              </a:ext>
            </a:extLst>
          </p:cNvPr>
          <p:cNvSpPr/>
          <p:nvPr/>
        </p:nvSpPr>
        <p:spPr>
          <a:xfrm>
            <a:off x="301764" y="390258"/>
            <a:ext cx="2472612" cy="66247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Purple Martin</a:t>
            </a:r>
          </a:p>
        </p:txBody>
      </p:sp>
      <p:pic>
        <p:nvPicPr>
          <p:cNvPr id="7" name="Picture 6" descr="Purple Martins, Ecological Mismatches, and Climate Change | All About ...">
            <a:extLst>
              <a:ext uri="{FF2B5EF4-FFF2-40B4-BE49-F238E27FC236}">
                <a16:creationId xmlns:a16="http://schemas.microsoft.com/office/drawing/2014/main" id="{0E34D189-8E26-4FF9-3C43-22541AA99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1"/>
          <a:stretch/>
        </p:blipFill>
        <p:spPr bwMode="auto">
          <a:xfrm>
            <a:off x="410547" y="1342010"/>
            <a:ext cx="3545124" cy="26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2BF4044-5EE8-B296-0A96-B1E7870FB997}"/>
              </a:ext>
            </a:extLst>
          </p:cNvPr>
          <p:cNvGrpSpPr/>
          <p:nvPr/>
        </p:nvGrpSpPr>
        <p:grpSpPr>
          <a:xfrm>
            <a:off x="3961671" y="1052732"/>
            <a:ext cx="8236329" cy="4508180"/>
            <a:chOff x="3961671" y="1052732"/>
            <a:chExt cx="8236329" cy="45081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EA7A1E4-ABE6-9205-DFDE-353F703CF5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3463"/>
            <a:stretch/>
          </p:blipFill>
          <p:spPr>
            <a:xfrm>
              <a:off x="3961671" y="1052732"/>
              <a:ext cx="8236329" cy="411642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BB6BD5-8B87-D3F4-1290-B94E70B771DD}"/>
                </a:ext>
              </a:extLst>
            </p:cNvPr>
            <p:cNvSpPr txBox="1"/>
            <p:nvPr/>
          </p:nvSpPr>
          <p:spPr>
            <a:xfrm>
              <a:off x="8864081" y="5253135"/>
              <a:ext cx="32159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/>
                <a:t>Cornell Lab of Ornithology</a:t>
              </a:r>
            </a:p>
          </p:txBody>
        </p:sp>
      </p:grpSp>
      <p:pic>
        <p:nvPicPr>
          <p:cNvPr id="1040" name="Picture 16" descr="Purple Martins: The Neighbors We Didn’t Know We Wanted &gt; Appalachian Voices">
            <a:extLst>
              <a:ext uri="{FF2B5EF4-FFF2-40B4-BE49-F238E27FC236}">
                <a16:creationId xmlns:a16="http://schemas.microsoft.com/office/drawing/2014/main" id="{CA09FB7D-6888-D17F-0475-CF31A52F4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64" y="4014697"/>
            <a:ext cx="3679010" cy="2064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51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ED8E92-A996-19B4-0B81-F99465AD3CD5}"/>
              </a:ext>
            </a:extLst>
          </p:cNvPr>
          <p:cNvSpPr/>
          <p:nvPr/>
        </p:nvSpPr>
        <p:spPr>
          <a:xfrm>
            <a:off x="301764" y="390258"/>
            <a:ext cx="2472612" cy="66247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Purple Martin</a:t>
            </a:r>
          </a:p>
        </p:txBody>
      </p:sp>
      <p:pic>
        <p:nvPicPr>
          <p:cNvPr id="7" name="Picture 6" descr="Purple Martins, Ecological Mismatches, and Climate Change | All About ...">
            <a:extLst>
              <a:ext uri="{FF2B5EF4-FFF2-40B4-BE49-F238E27FC236}">
                <a16:creationId xmlns:a16="http://schemas.microsoft.com/office/drawing/2014/main" id="{0E34D189-8E26-4FF9-3C43-22541AA99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1"/>
          <a:stretch/>
        </p:blipFill>
        <p:spPr bwMode="auto">
          <a:xfrm>
            <a:off x="410547" y="1342010"/>
            <a:ext cx="3545124" cy="26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urple Martins: The Neighbors We Didn’t Know We Wanted &gt; Appalachian Voices">
            <a:extLst>
              <a:ext uri="{FF2B5EF4-FFF2-40B4-BE49-F238E27FC236}">
                <a16:creationId xmlns:a16="http://schemas.microsoft.com/office/drawing/2014/main" id="{CA09FB7D-6888-D17F-0475-CF31A52F4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64" y="4014697"/>
            <a:ext cx="3679010" cy="2064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CA97D0-F642-43C4-D2B9-B31A77B53073}"/>
              </a:ext>
            </a:extLst>
          </p:cNvPr>
          <p:cNvSpPr txBox="1"/>
          <p:nvPr/>
        </p:nvSpPr>
        <p:spPr>
          <a:xfrm>
            <a:off x="4917232" y="418680"/>
            <a:ext cx="6438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Scout Data: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 collected by the Purple Martin Conservation Association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 from researchers and citizen scientists</a:t>
            </a:r>
          </a:p>
        </p:txBody>
      </p:sp>
      <p:pic>
        <p:nvPicPr>
          <p:cNvPr id="18" name="Picture 17" descr="A graph of different colored dots&#10;&#10;Description automatically generated">
            <a:extLst>
              <a:ext uri="{FF2B5EF4-FFF2-40B4-BE49-F238E27FC236}">
                <a16:creationId xmlns:a16="http://schemas.microsoft.com/office/drawing/2014/main" id="{2CD87A80-8D42-B5A7-ED8A-5F8400707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581" y="1637442"/>
            <a:ext cx="7121362" cy="4394898"/>
          </a:xfrm>
          <a:prstGeom prst="rect">
            <a:avLst/>
          </a:prstGeom>
        </p:spPr>
      </p:pic>
      <p:pic>
        <p:nvPicPr>
          <p:cNvPr id="20" name="Picture 19" descr="A map of the united states with green and blue dots&#10;&#10;Description automatically generated">
            <a:extLst>
              <a:ext uri="{FF2B5EF4-FFF2-40B4-BE49-F238E27FC236}">
                <a16:creationId xmlns:a16="http://schemas.microsoft.com/office/drawing/2014/main" id="{2446E360-0749-CD5A-9D43-68F2008E77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014" y="1456735"/>
            <a:ext cx="7706986" cy="475631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D775C7-7304-C9E9-544B-868D4E8F7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623" y="1502098"/>
            <a:ext cx="6835830" cy="466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1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Dennie K. Truong</dc:creator>
  <cp:lastModifiedBy>Dennie K. Truong</cp:lastModifiedBy>
  <cp:revision>1</cp:revision>
  <dcterms:created xsi:type="dcterms:W3CDTF">2025-07-21T02:33:41Z</dcterms:created>
  <dcterms:modified xsi:type="dcterms:W3CDTF">2025-07-21T02:33:55Z</dcterms:modified>
</cp:coreProperties>
</file>